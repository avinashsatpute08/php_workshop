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56" cy="1069200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6648450" cy="6838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